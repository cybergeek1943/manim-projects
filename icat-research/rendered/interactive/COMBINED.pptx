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ation" id="{B242C0C2-A470-4D79-A3B2-76C60424E5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imple Addition" id="{4E715984-EE7F-4E1A-B173-8EB68837EE4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Unpacking" id="{485248F1-B104-4D57-8A37-F6D2D92D6BA5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Carrying" id="{8E3AD410-B529-4D3F-B4E4-73883AC58590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Multiplying" id="{59F3357D-E9B6-4C8D-B992-496205FF05D6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2.mp4"/><Relationship Id="rId1" Type="http://schemas.microsoft.com/office/2007/relationships/media" Target="../media/media12.mp4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3.mp4"/><Relationship Id="rId1" Type="http://schemas.microsoft.com/office/2007/relationships/media" Target="../media/media13.mp4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5.mp4"/><Relationship Id="rId1" Type="http://schemas.microsoft.com/office/2007/relationships/media" Target="../media/media15.mp4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6.mp4"/><Relationship Id="rId1" Type="http://schemas.microsoft.com/office/2007/relationships/media" Target="../media/media16.mp4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7.mp4"/><Relationship Id="rId1" Type="http://schemas.microsoft.com/office/2007/relationships/media" Target="../media/media17.mp4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8.mp4"/><Relationship Id="rId1" Type="http://schemas.microsoft.com/office/2007/relationships/media" Target="../media/media18.mp4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9.mp4"/><Relationship Id="rId1" Type="http://schemas.microsoft.com/office/2007/relationships/media" Target="../media/media19.mp4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0.mp4"/><Relationship Id="rId1" Type="http://schemas.microsoft.com/office/2007/relationships/media" Target="../media/media20.mp4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1.mp4"/><Relationship Id="rId1" Type="http://schemas.microsoft.com/office/2007/relationships/media" Target="../media/media21.mp4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2.mp4"/><Relationship Id="rId1" Type="http://schemas.microsoft.com/office/2007/relationships/media" Target="../media/media22.mp4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3.mp4"/><Relationship Id="rId1" Type="http://schemas.microsoft.com/office/2007/relationships/media" Target="../media/media23.mp4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4.mp4"/><Relationship Id="rId1" Type="http://schemas.microsoft.com/office/2007/relationships/media" Target="../media/media24.mp4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5.mp4"/><Relationship Id="rId1" Type="http://schemas.microsoft.com/office/2007/relationships/media" Target="../media/media25.mp4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6.mp4"/><Relationship Id="rId1" Type="http://schemas.microsoft.com/office/2007/relationships/media" Target="../media/media26.mp4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7.mp4"/><Relationship Id="rId1" Type="http://schemas.microsoft.com/office/2007/relationships/media" Target="../media/media27.mp4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8.mp4"/><Relationship Id="rId1" Type="http://schemas.microsoft.com/office/2007/relationships/media" Target="../media/media28.mp4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9.mp4"/><Relationship Id="rId1" Type="http://schemas.microsoft.com/office/2007/relationships/media" Target="../media/media29.mp4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0.mp4"/><Relationship Id="rId1" Type="http://schemas.microsoft.com/office/2007/relationships/media" Target="../media/media30.mp4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1.mp4"/><Relationship Id="rId1" Type="http://schemas.microsoft.com/office/2007/relationships/media" Target="../media/media31.mp4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2.mp4"/><Relationship Id="rId1" Type="http://schemas.microsoft.com/office/2007/relationships/media" Target="../media/media32.mp4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3.mp4"/><Relationship Id="rId1" Type="http://schemas.microsoft.com/office/2007/relationships/media" Target="../media/media33.mp4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4.mp4"/><Relationship Id="rId1" Type="http://schemas.microsoft.com/office/2007/relationships/media" Target="../media/media34.mp4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5.mp4"/><Relationship Id="rId1" Type="http://schemas.microsoft.com/office/2007/relationships/media" Target="../media/media35.mp4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6.mp4"/><Relationship Id="rId1" Type="http://schemas.microsoft.com/office/2007/relationships/media" Target="../media/media36.mp4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7.mp4"/><Relationship Id="rId1" Type="http://schemas.microsoft.com/office/2007/relationships/media" Target="../media/media37.mp4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8.mp4"/><Relationship Id="rId1" Type="http://schemas.microsoft.com/office/2007/relationships/media" Target="../media/media38.mp4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9.mp4"/><Relationship Id="rId1" Type="http://schemas.microsoft.com/office/2007/relationships/media" Target="../media/media39.mp4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0.mp4"/><Relationship Id="rId1" Type="http://schemas.microsoft.com/office/2007/relationships/media" Target="../media/media40.mp4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1.mp4"/><Relationship Id="rId1" Type="http://schemas.microsoft.com/office/2007/relationships/media" Target="../media/media41.mp4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2.mp4"/><Relationship Id="rId1" Type="http://schemas.microsoft.com/office/2007/relationships/media" Target="../media/media42.mp4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3.mp4"/><Relationship Id="rId1" Type="http://schemas.microsoft.com/office/2007/relationships/media" Target="../media/media43.mp4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4.mp4"/><Relationship Id="rId1" Type="http://schemas.microsoft.com/office/2007/relationships/media" Target="../media/media44.mp4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5.mp4"/><Relationship Id="rId1" Type="http://schemas.microsoft.com/office/2007/relationships/media" Target="../media/media45.mp4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6.mp4"/><Relationship Id="rId1" Type="http://schemas.microsoft.com/office/2007/relationships/media" Target="../media/media46.mp4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7.mp4"/><Relationship Id="rId1" Type="http://schemas.microsoft.com/office/2007/relationships/media" Target="../media/media47.mp4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8.mp4"/><Relationship Id="rId1" Type="http://schemas.microsoft.com/office/2007/relationships/media" Target="../media/media48.mp4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9.mp4"/><Relationship Id="rId1" Type="http://schemas.microsoft.com/office/2007/relationships/media" Target="../media/media49.mp4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0.mp4"/><Relationship Id="rId1" Type="http://schemas.microsoft.com/office/2007/relationships/media" Target="../media/media50.mp4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1.mp4"/><Relationship Id="rId1" Type="http://schemas.microsoft.com/office/2007/relationships/media" Target="../media/media51.mp4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2.mp4"/><Relationship Id="rId1" Type="http://schemas.microsoft.com/office/2007/relationships/media" Target="../media/media52.mp4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3.mp4"/><Relationship Id="rId1" Type="http://schemas.microsoft.com/office/2007/relationships/media" Target="../media/media53.mp4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4.mp4"/><Relationship Id="rId1" Type="http://schemas.microsoft.com/office/2007/relationships/media" Target="../media/media54.mp4"/><Relationship Id="rId4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5.mp4"/><Relationship Id="rId1" Type="http://schemas.microsoft.com/office/2007/relationships/media" Target="../media/media55.mp4"/><Relationship Id="rId4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6.mp4"/><Relationship Id="rId1" Type="http://schemas.microsoft.com/office/2007/relationships/media" Target="../media/media56.mp4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7.mp4"/><Relationship Id="rId1" Type="http://schemas.microsoft.com/office/2007/relationships/media" Target="../media/media57.mp4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8.mp4"/><Relationship Id="rId1" Type="http://schemas.microsoft.com/office/2007/relationships/media" Target="../media/media58.mp4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9.mp4"/><Relationship Id="rId1" Type="http://schemas.microsoft.com/office/2007/relationships/media" Target="../media/media59.mp4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0.mp4"/><Relationship Id="rId1" Type="http://schemas.microsoft.com/office/2007/relationships/media" Target="../media/media60.mp4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1.mp4"/><Relationship Id="rId1" Type="http://schemas.microsoft.com/office/2007/relationships/media" Target="../media/media61.mp4"/><Relationship Id="rId4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2.mp4"/><Relationship Id="rId1" Type="http://schemas.microsoft.com/office/2007/relationships/media" Target="../media/media62.mp4"/><Relationship Id="rId4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3.mp4"/><Relationship Id="rId1" Type="http://schemas.microsoft.com/office/2007/relationships/media" Target="../media/media63.mp4"/><Relationship Id="rId4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4.mp4"/><Relationship Id="rId1" Type="http://schemas.microsoft.com/office/2007/relationships/media" Target="../media/media64.mp4"/><Relationship Id="rId4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5.mp4"/><Relationship Id="rId1" Type="http://schemas.microsoft.com/office/2007/relationships/media" Target="../media/media65.mp4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6.mp4"/><Relationship Id="rId1" Type="http://schemas.microsoft.com/office/2007/relationships/media" Target="../media/media66.mp4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2a20bafb195ab8014e8191078695895434c5295a411ba3cd53e8dbc9e29a92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32b2a4c83aa5622e858747c796973c531576c76fb6217490c92501d762b88d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de49cac41ba400349691520742147116ffb3cc54e1be4d95194aad995ae736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96d38cde98f5b4f1b6c23ba2c70292a77891d934c3d81e23954ac08e47a43b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392bfeb5dcf59a5d2c0db16aabde9904b8abeaf6077d1c23a0338eed818e6c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860ee12c76034aef903a08f76d63ef43c247a87bc2909c583e49e7fd2da085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04b7324e873fbb9e6fe0dd4c856d1e324823e8e631fb1e159a2a096f951f41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8150b7c4f284e14e103617cf2c7cc2b44e858425554358b88a9c89dfba843c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0fc5202fa70cc52c621e592ef3e1ac1868a9178fac0ff2cfe64e968f052449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570094f8072b64362925b65ad0a8f55db9fa5959ee6186d3d2d741b2966628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d22789cd3c7cc4363d5e7efe7be838f4465f44d1306893b1f01239a963e775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7107c00e580aa7f57cff283cdc90983ef672d55af7d32a49a71d3fc491912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acf9202be174350a6cda197444d7381122f78beb403b3bd828e531be6b3c079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d8fe3ee6f9bb688490840294efe04a51451cda9fc765584a8a67b7cd5916ff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569bdb8b6fd85dad3ed3ae36aba8a83bcc5b12a996f4c817af8293febf6daa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366b337f9f0308fa43f9b6beb5a74a86289c2bbf8b29bc4b255c55fb8f6db2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fe6df1d85a47ee4bfa4097560953fce7b1d31f92ec87f38e63764cd7031c424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395469f81599321392de38f1f72f0587b51d982cc5dad72480eedc81791b5e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8f61ae725042a80af37082eb60841674829486e6732878f16cb45d3fc24b42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3beba33284c3ee6e74fac8f5519a60bf1dcef5660f76a5899db9f2dc9fe640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6520f10ebb41fad4b0c4a5d9e152b1551d1b90d9c9f8d30aac1ff618d16863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50256c6eb553864c123177572e59f66971c4505b3787960153b9196eb7b598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64e60e46c8f438f7134da11f798c5cf8995e97c6d6106561c9b3a3459d327e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2d5abd21760074762562a84c4f7f01e1eb1f31df0a958bc787368efe8cd342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4da25514f5700f3a32ba11cce1e50a3a2ef21760c5fa4cd1fed2ade663b9a04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84ad5004a2bbb7ad63e77fcacbcdd3b18ee14c205fe2ba2e76829fe09b13f8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7a33ae77090dd1c6970009cae806578c11e9855f0cedf02c5dde8368bd360c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7ebba600915a57843c77289d841552e752440e017dca39cad72531260bb570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70e593ba5f08bfec049133a303f26e57e7333989aed431fb88ead20e8d3f76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87ebdc8deaee640a90ef6d457dc037130df51ea6b4b8ee84b5663989d78096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c0dc96e72bf243c771ef6060eb618696988bd935ceba109d7287f22768042b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8de430261d5c4638640fe7bff942e6b4656260b82a1a9fe1e8c9c656668a9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892b2f5e6961018cbcc6a07299c22fb7e14b563a24094306d4e1e4455a6fc99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302a1336d0c80c87e5e1d1fa9097b2bbd8748da413fed6f2da7a5f66ed90c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162784be9af757f8d9ace2dea665e89fae68b1fdf76ddf1147129036a2b6b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6b24b0064788f13700a145c3d5d76a28f8fd8e368bb81fd793de96a9125ac3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985e45552f6b99e98e0f653cf09c308cccea30c54a38957ff3e30e7ade794c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2bf2bd781e459ae84fbbdffca648445b07eee80f5a9a093645f6f60b86653d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ac68cc7bf3d2b2fe5de69455e4565ff701c6c3ce93656d4e589b4fcb55ce239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022b9d06a3640a754186c83f8261440ed2b5b3c643569c55cfacc15cf6b47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ce79398134dd5b4f2e59d0331c15da2ac82b3ff47dc4fb491a27939883b16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e72141ece7b95de3ad853a29eec484fd5b45882fe5765ab610e25c8ae74fda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93f6956c91444f47b715de2ca017d35b5493e91ffbaaea3868fa5641ea90dd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d7cf62c1d2f504a90796e04cd20593ceb5e5dcca689be88a852f795dc37532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0fbcd3552d920ad7026267ec62f725b2eb1c45442b90ec8aeaa289017ce429b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349e4c9e966ea15147853fdb815eba640477e87a850251d5ae370667429e7c4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78b77fa4529e41508f1f2f3078ff34152b6f7eb8d0f2a3e69fecc63dfd7191c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89fadc4f6cc8e040c666225d6dec3e653deca22263276a7540e3acaa19950f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24fb034a6f96d2812ff6928ad128963eddba53ddbd67cd020ddeb66a640f3ff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d549bb979c35d2ffff30e89cf35572f2d6e7e59b4a79560196bf01a2cdcc54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d2d4fc353a3f5a8c321f8963d1e96f856e395d7eca08168150af98cdc2da83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379859931231fb45dea721395f631d6f835beb1bc493c3d25b223101ec8b0d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111bf6615037bff6508532206545d00efdfb94345ceb294c25d01a9b8a2a28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67d10a7204ba365dc8792cda24972bf754f7e7f995c78abff24964e4d9723e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63170a34b53ea4895fd1890d6948c73306e2fc6cf77abe0dd374f1742f7cf4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b03ce0bf6c1ae3637a438b8049b64d38d1c2a7181b32745607434457f6d1bb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14596ad204a0d275dc60eae8c3658a2606ece3c738fcd5206e3c624e4bf8d2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fb7a0eaffc05d789aff44162ad63ad865e59b099bb341ffe66e861b5e89448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6c50ae13e18e23be2596d89fb9beec1cd0ecb93a529de177fae3287ff54012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1b1d603997df5cde5b4b26212aa00385237f31db0f60942f1824363940909d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1ca4b8a24f800cd80b139cf75c6460df8fed9ba9862b46a5f1d26e9f499e2c9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307472658537c849f0cd0d1fed24dd28b589bbeec0b76545a59b51f87071b4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262b1265589987d8a200369c0010e8dd496cbef3a4ec1cc9921471b1cd0c2e0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a08c711ba575dc9c7b67949c82134f714c6fe1a402690b9e45744dca1db7b8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080678cfe20c7087e62b4864915540197f0ffa4c4bc66588bff15c593c2db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f853ac6b73c09868287f81d6b06f01bf9f40538df842c203bb110b5d86675a7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66</Slides>
  <Notes>0</Notes>
  <HiddenSlides>0</HiddenSlides>
  <MMClips>66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Wolford</cp:lastModifiedBy>
  <cp:revision>3</cp:revision>
  <dcterms:created xsi:type="dcterms:W3CDTF">2013-01-27T09:14:16Z</dcterms:created>
  <dcterms:modified xsi:type="dcterms:W3CDTF">2026-04-16T11:13:46Z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188ad8-4875-42e6-925c-bd11f6824504_Enabled">
    <vt:lpwstr>true</vt:lpwstr>
  </property>
  <property fmtid="{D5CDD505-2E9C-101B-9397-08002B2CF9AE}" pid="3" name="MSIP_Label_33188ad8-4875-42e6-925c-bd11f6824504_SetDate">
    <vt:lpwstr>2026-04-16T11:04:22Z</vt:lpwstr>
  </property>
  <property fmtid="{D5CDD505-2E9C-101B-9397-08002B2CF9AE}" pid="4" name="MSIP_Label_33188ad8-4875-42e6-925c-bd11f6824504_Method">
    <vt:lpwstr>Standard</vt:lpwstr>
  </property>
  <property fmtid="{D5CDD505-2E9C-101B-9397-08002B2CF9AE}" pid="5" name="MSIP_Label_33188ad8-4875-42e6-925c-bd11f6824504_Name">
    <vt:lpwstr>defa4170-0d19-0005-0004-bc88714345d2</vt:lpwstr>
  </property>
  <property fmtid="{D5CDD505-2E9C-101B-9397-08002B2CF9AE}" pid="6" name="MSIP_Label_33188ad8-4875-42e6-925c-bd11f6824504_SiteId">
    <vt:lpwstr>8143a300-2c64-4dd4-bb14-bcd3f04c1963</vt:lpwstr>
  </property>
  <property fmtid="{D5CDD505-2E9C-101B-9397-08002B2CF9AE}" pid="7" name="MSIP_Label_33188ad8-4875-42e6-925c-bd11f6824504_ActionId">
    <vt:lpwstr>a6db6693-ea6c-4b25-bd72-8dc3512464dd</vt:lpwstr>
  </property>
  <property fmtid="{D5CDD505-2E9C-101B-9397-08002B2CF9AE}" pid="8" name="MSIP_Label_33188ad8-4875-42e6-925c-bd11f6824504_ContentBits">
    <vt:lpwstr>0</vt:lpwstr>
  </property>
  <property fmtid="{D5CDD505-2E9C-101B-9397-08002B2CF9AE}" pid="9" name="MSIP_Label_33188ad8-4875-42e6-925c-bd11f6824504_Tag">
    <vt:lpwstr>10, 3, 0, 1</vt:lpwstr>
  </property>
</Properties>
</file>