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03ce0bf6c1ae3637a438b8049b64d38d1c2a7181b32745607434457f6d1bb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14596ad204a0d275dc60eae8c3658a2606ece3c738fcd5206e3c624e4bf8d2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fb7a0eaffc05d789aff44162ad63ad865e59b099bb341ffe66e861b5e8944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6c50ae13e18e23be2596d89fb9beec1cd0ecb93a529de177fae3287ff54012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1b1d603997df5cde5b4b26212aa00385237f31db0f60942f1824363940909d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1ca4b8a24f800cd80b139cf75c6460df8fed9ba9862b46a5f1d26e9f499e2c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307472658537c849f0cd0d1fed24dd28b589bbeec0b76545a59b51f87071b4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262b1265589987d8a200369c0010e8dd496cbef3a4ec1cc9921471b1cd0c2e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a08c711ba575dc9c7b67949c82134f714c6fe1a402690b9e45744dca1db7b8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c080678cfe20c7087e62b4864915540197f0ffa4c4bc66588bff15c593c2d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f853ac6b73c09868287f81d6b06f01bf9f40538df842c203bb110b5d86675a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