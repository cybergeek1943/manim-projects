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2a20bafb195ab8014e8191078695895434c5295a411ba3cd53e8dbc9e29a92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32b2a4c83aa5622e858747c796973c531576c76fb6217490c92501d762b88d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de49cac41ba400349691520742147116ffb3cc54e1be4d95194aad995ae736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96d38cde98f5b4f1b6c23ba2c70292a77891d934c3d81e23954ac08e47a43b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392bfeb5dcf59a5d2c0db16aabde9904b8abeaf6077d1c23a0338eed818e6c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860ee12c76034aef903a08f76d63ef43c247a87bc2909c583e49e7fd2da085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04b7324e873fbb9e6fe0dd4c856d1e324823e8e631fb1e159a2a096f951f41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8150b7c4f284e14e103617cf2c7cc2b44e858425554358b88a9c89dfba843c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0fc5202fa70cc52c621e592ef3e1ac1868a9178fac0ff2cfe64e968f052449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570094f8072b64362925b65ad0a8f55db9fa5959ee6186d3d2d741b2966628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d22789cd3c7cc4363d5e7efe7be838f4465f44d1306893b1f01239a963e775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