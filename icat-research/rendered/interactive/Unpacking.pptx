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70e593ba5f08bfec049133a303f26e57e7333989aed431fb88ead20e8d3f76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87ebdc8deaee640a90ef6d457dc037130df51ea6b4b8ee84b5663989d78096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c0dc96e72bf243c771ef6060eb618696988bd935ceba109d7287f22768042b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48de430261d5c4638640fe7bff942e6b4656260b82a1a9fe1e8c9c656668a9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892b2f5e6961018cbcc6a07299c22fb7e14b563a24094306d4e1e4455a6fc9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c302a1336d0c80c87e5e1d1fa9097b2bbd8748da413fed6f2da7a5f66ed90c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6162784be9af757f8d9ace2dea665e89fae68b1fdf76ddf1147129036a2b6b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6b24b0064788f13700a145c3d5d76a28f8fd8e368bb81fd793de96a9125ac3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985e45552f6b99e98e0f653cf09c308cccea30c54a38957ff3e30e7ade794c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2bf2bd781e459ae84fbbdffca648445b07eee80f5a9a093645f6f60b86653d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ac68cc7bf3d2b2fe5de69455e4565ff701c6c3ce93656d4e589b4fcb55ce23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