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f022b9d06a3640a754186c83f8261440ed2b5b3c643569c55cfacc15cf6b47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6ce79398134dd5b4f2e59d0331c15da2ac82b3ff47dc4fb491a27939883b16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e72141ece7b95de3ad853a29eec484fd5b45882fe5765ab610e25c8ae74fda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93f6956c91444f47b715de2ca017d35b5493e91ffbaaea3868fa5641ea90d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d7cf62c1d2f504a90796e04cd20593ceb5e5dcca689be88a852f795dc37532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0fbcd3552d920ad7026267ec62f725b2eb1c45442b90ec8aeaa289017ce42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349e4c9e966ea15147853fdb815eba640477e87a850251d5ae370667429e7c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78b77fa4529e41508f1f2f3078ff34152b6f7eb8d0f2a3e69fecc63dfd7191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89fadc4f6cc8e040c666225d6dec3e653deca22263276a7540e3acaa19950f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24fb034a6f96d2812ff6928ad128963eddba53ddbd67cd020ddeb66a640f3f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d549bb979c35d2ffff30e89cf35572f2d6e7e59b4a79560196bf01a2cdcc54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d2d4fc353a3f5a8c321f8963d1e96f856e395d7eca08168150af98cdc2da83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379859931231fb45dea721395f631d6f835beb1bc493c3d25b223101ec8b0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111bf6615037bff6508532206545d00efdfb94345ceb294c25d01a9b8a2a28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67d10a7204ba365dc8792cda24972bf754f7e7f995c78abff24964e4d9723e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63170a34b53ea4895fd1890d6948c73306e2fc6cf77abe0dd374f1742f7cf4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