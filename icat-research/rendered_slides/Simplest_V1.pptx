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4"/><Relationship Id="rId3" Type="http://schemas.openxmlformats.org/officeDocument/2006/relationships/video" Target="../media/media6.mp4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.mp4"/><Relationship Id="rId3" Type="http://schemas.openxmlformats.org/officeDocument/2006/relationships/video" Target="../media/media7.mp4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.mp4"/><Relationship Id="rId3" Type="http://schemas.openxmlformats.org/officeDocument/2006/relationships/video" Target="../media/media8.mp4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9.mp4"/><Relationship Id="rId3" Type="http://schemas.openxmlformats.org/officeDocument/2006/relationships/video" Target="../media/media9.mp4"/><Relationship Id="rId4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0.mp4"/><Relationship Id="rId3" Type="http://schemas.openxmlformats.org/officeDocument/2006/relationships/video" Target="../media/media10.mp4"/><Relationship Id="rId4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1.mp4"/><Relationship Id="rId3" Type="http://schemas.openxmlformats.org/officeDocument/2006/relationships/video" Target="../media/media11.mp4"/><Relationship Id="rId4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2.mp4"/><Relationship Id="rId3" Type="http://schemas.openxmlformats.org/officeDocument/2006/relationships/video" Target="../media/media12.mp4"/><Relationship Id="rId4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3.mp4"/><Relationship Id="rId3" Type="http://schemas.openxmlformats.org/officeDocument/2006/relationships/video" Target="../media/media13.mp4"/><Relationship Id="rId4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4.mp4"/><Relationship Id="rId3" Type="http://schemas.openxmlformats.org/officeDocument/2006/relationships/video" Target="../media/media14.mp4"/><Relationship Id="rId4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5.mp4"/><Relationship Id="rId3" Type="http://schemas.openxmlformats.org/officeDocument/2006/relationships/video" Target="../media/media15.mp4"/><Relationship Id="rId4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6.mp4"/><Relationship Id="rId3" Type="http://schemas.openxmlformats.org/officeDocument/2006/relationships/video" Target="../media/media16.mp4"/><Relationship Id="rId4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7.mp4"/><Relationship Id="rId3" Type="http://schemas.openxmlformats.org/officeDocument/2006/relationships/video" Target="../media/media17.mp4"/><Relationship Id="rId4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8.mp4"/><Relationship Id="rId3" Type="http://schemas.openxmlformats.org/officeDocument/2006/relationships/video" Target="../media/media18.mp4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9e775616b2752e869204d957e01e840813bf143c8c6371d6d8bb27bf10e25736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3df767b31683655222b4381bfae4be7ca69f2b459620688059852fa86d601669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1960720db1ef901ecd8699fa738154b54f3cc14e2577a50e0c97b4eb1dae3e4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9cf4ce3f77461e6ab461fb6a8d676c075c047f806bd581144605f8865b48fa67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7ef2bac9ec1f2b371205282169d1c132c5fcba3304630aeae4feedfa969bd2a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5a9ef08443453e535e942e6bbd7cd15e82b6f48bc9cd1dabf6ce081575e458ab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ec7ba2386aaadf36643b5b71a3cb8d00747ac22c4ef3515d27002bdfabce343c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e08212e1ead53ae06a5b088d8d35ab61d715162f45d0c3cb90eee0bac8460162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50c6dab42e312232249937526fa1ef269b7a436ab0efa14921784067520f549c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7a76df1a21b03cd7ebf4fe2b887a0b27723755d28bf7e5dec1036c049301ec9c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476d2ea68f92ae5410edacd67c98033b4d079f6f315c35751b7672b5e7410cf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74ce55b2b8c8d0fea406caa167b046b2e2955a6499b5c55b7a3b3638c1b37fe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7cc4be7096035c49fcdea5b82585ac2ed4c83933e56323b2eff6e796d0f28d04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8676ea16ba2f1d0d35bc80930b4022e2f3181b67e50db2516fc6390c1464f0ab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9fc8a2baec8097bff0a8498aa40adcd0d1cc1403395cf6b4017589b77d9fafa8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86f49756109b3f114ee6bff7acb9d955452b657402a75785834ef06512150a9f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cb6a66660cbef6d187913b27eb2a66695ff2a73c02fcc6654482ca15504625d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6567a901808c56fd1a7054bd466d4cee5a1f8ef17a9805da28c9f20708f65f14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