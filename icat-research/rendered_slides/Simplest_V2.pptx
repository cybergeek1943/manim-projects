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4"/><Relationship Id="rId3" Type="http://schemas.openxmlformats.org/officeDocument/2006/relationships/video" Target="../media/media17.mp4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c7107c00e580aa7f57cff283cdc90983ef672d55af7d32a49a71d3fc491912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acf9202be174350a6cda197444d7381122f78beb403b3bd828e531be6b3c07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d8fe3ee6f9bb688490840294efe04a51451cda9fc765584a8a67b7cd5916ff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569bdb8b6fd85dad3ed3ae36aba8a83bcc5b12a996f4c817af8293febf6daa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366b337f9f0308fa43f9b6beb5a74a86289c2bbf8b29bc4b255c55fb8f6db2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fe6df1d85a47ee4bfa4097560953fce7b1d31f92ec87f38e63764cd7031c42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395469f81599321392de38f1f72f0587b51d982cc5dad72480eedc81791b5e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8f61ae725042a80af37082eb60841674829486e6732878f16cb45d3fc24b42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3beba33284c3ee6e74fac8f5519a60bf1dcef5660f76a5899db9f2dc9fe640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6520f10ebb41fad4b0c4a5d9e152b1551d1b90d9c9f8d30aac1ff618d16863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50256c6eb553864c123177572e59f66971c4505b3787960153b9196eb7b598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64e60e46c8f438f7134da11f798c5cf8995e97c6d6106561c9b3a3459d327e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2d5abd21760074762562a84c4f7f01e1eb1f31df0a958bc787368efe8cd342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4da25514f5700f3a32ba11cce1e50a3a2ef21760c5fa4cd1fed2ade663b9a0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84ad5004a2bbb7ad63e77fcacbcdd3b18ee14c205fe2ba2e76829fe09b13f8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7a33ae77090dd1c6970009cae806578c11e9855f0cedf02c5dde8368bd360c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a7ebba600915a57843c77289d841552e752440e017dca39cad72531260bb57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